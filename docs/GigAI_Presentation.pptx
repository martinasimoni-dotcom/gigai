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GigAI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AI-Powered Construction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8E8E93"/>
                </a:solidFill>
              </a:defRPr>
            </a:pPr>
            <a:r>
              <a:t>Version 2.0 | March 2026</a:t>
            </a:r>
          </a:p>
          <a:p>
            <a:pPr>
              <a:spcAft>
                <a:spcPts val="600"/>
              </a:spcAft>
              <a:defRPr sz="2000" b="0">
                <a:solidFill>
                  <a:srgbClr val="8E8E9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8E8E93"/>
                </a:solidFill>
              </a:defRPr>
            </a:pPr>
            <a:r>
              <a:t>Reducing PM coordination time by 80%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Construction PMs are drowning in coordination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Think of a PM like an air traffic controller...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but instead of planes, they're managing emails, phone calls, drawings,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schedules, suppliers, and 10+ stakeholders — all at once.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29% of construction projects fail due to poor communication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26% of all rework is caused by miscommunication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PMs spend 45% of their time on paperwork, not managing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A single RFI costs $1,080 and takes 8 hours to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Solution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GigAI is like a super-smart assistant that never sleeps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Imagine having an assistant who: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  Listens to every meeting and reads every email automatically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  Pulls out action items and assigns them to the right people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  Drafts responses to technical questions using your project knowledge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  Warns you when someone contradicts a previous decision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  Predicts schedule delays before they happen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  Notifies only the people who need to know, when they need to know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</a:defRPr>
            </a:pPr>
            <a:r>
              <a:t>That's GigAI. It turns 4 hours of manual work into 12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How It Works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Like a funnel — raw info goes in, smart actions come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1. CAPTURE — Emails, meetings, ACC notifications flow in automatically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  Like a net that catches every piece of project communication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2. UNDERSTAND — AI reads everything, classifies it, extracts key info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  Like a speed-reader who highlights what matters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3. ANALYZE — Checks project knowledge, past decisions, schedule impact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  Like an experienced PM who remembers everything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4. PROPOSE — Generates a complete action plan with confidence score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  Like a coordinator who drafts all the emails and tasks for you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5. EXECUTE — One click: emails sent, tasks created, drawings updated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  Like having 5 assistants act simultaneously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Unified Inbox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One place for everything — no more hunting through 5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Think of it like Gmail, but for your entire construction project.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Every email, meeting note, ACC notification, and internal message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lands in one feed. AI automatically: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Tags each item: Is it a decision? An action item? A question? FYI?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Scores urgency: 1 (info only) to 5 (drop everything)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Extracts who needs to do what, by when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Routes it to the right project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Currently: 44 communications across email, meetings, ACC,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RFI Automation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From 8 hours per RFI to 8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An RFI (Request for Information) is a formal question —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like 'What fire rating do we need for corridor walls?'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OLD WAY: PM searches specs, calls the architect, waits for response,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types up the answer, sends it back. 8 hours.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GIGAI WAY: AI detects the question from a meeting transcript,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searches the project knowledge base, finds the answer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(IBC 2021 says 2-hour rating for buildings over 4 stories),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drafts a professional response with code citations,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PM reviews and sends with one click. 8 minutes.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Currently: 17 RFIs auto-detected, responses citing real codes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Change Impact Simulator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See the future before making a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Before approving any change, GigAI shows you: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SCHEDULE: 'This will delay the project by 7 days'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Using Earned Value Analysis (same method NASA uses)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BUDGET: 'Direct cost $2,400 + indirect $240 = $2,640 total'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Breaks out direct, indirect, and contingency impact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PROBABILITY: 'There's a 75% chance you'll finish by Sept 14'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Monte Carlo simulation runs 1,000 scenarios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HISTORY: 'Last time you made a similar change, it took 3 extra days'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Learns from every decision you make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It's like a crystal ball backed by math, not guesswork.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Smart Notifications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The right info to the right person at the right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Problem: Everyone gets every email. Important things get buried.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GigAI scores every notification on two dimensions: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URGENCY (0-100): How time-sensitive is this?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Safety issue = 100, FYI newsletter = 18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RELEVANCE: How important is this to YOU specifically?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PM on the affected project = 100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   Estimator on a different project = 30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Three tiers: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IMMEDIATE (score &gt; 80): Push notification NOW — 9 items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IMPORTANT (50-80): Show prominently — 19 items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DIGEST (&lt; 50): Batch into daily summary — 16 items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 Data, Real Results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Everything comes from your Autodesk Construction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GigAI pulls 16 types of data from ACC: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  Projects, users, companies (who's working on what)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  Budgets by CSI division ($42.5M across 10 categories)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  Contracts and change orders (real financial tracking)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  Issues, RFIs, submittals (formal document flow)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  Locations, schedule, drawings (project structure)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  Daily logs: weather, 85 workers by trade, equipment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  Site photos, safety checklists, inspection records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When ACC credentials are active, real data flows automatically.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No ACC? System still works with realistic sample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Impact</a:t>
            </a:r>
          </a:p>
          <a:p>
            <a:pPr>
              <a:spcBef>
                <a:spcPts val="800"/>
              </a:spcBef>
              <a:defRPr sz="1800">
                <a:solidFill>
                  <a:srgbClr val="8E8E93"/>
                </a:solidFill>
              </a:defRPr>
            </a:pPr>
            <a:r>
              <a:t>Numbers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80% reduction in PM coordination time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  4 hours of manual work becomes 12 minutes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RFIs processed 60x faster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  From 8 hours to 8 minutes per RFI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Zero missed stakeholder notifications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  AI identifies everyone who needs to know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Proactive risk detection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  Schedule delays predicted before they happen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Complete decision audit trail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  Every decision from every channel, searchable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235+ automated tests, 50+ API endpoints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  Production-grade, reliable, tested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